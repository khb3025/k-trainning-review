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76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03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56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73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99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6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27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31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59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93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11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55AAFE0-7509-4778-890B-6FC98D871695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1C7132C-0E03-4A00-B4D4-65EA43616E0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42933-39B2-BB08-5091-50D7DDD3C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99762E-7326-1826-FB03-C743F0311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08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606CC-79CC-C636-1547-E2EBA6BA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6DEDF-F5E3-7A1E-C706-8BC4A3A618CF}"/>
              </a:ext>
            </a:extLst>
          </p:cNvPr>
          <p:cNvSpPr txBox="1"/>
          <p:nvPr/>
        </p:nvSpPr>
        <p:spPr>
          <a:xfrm>
            <a:off x="8951899" y="2266790"/>
            <a:ext cx="3135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강의 교안 서비스 정리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글이 상품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ko-KR" altLang="en-US"/>
              <a:t>모든 글이 상품</a:t>
            </a:r>
            <a:r>
              <a:rPr lang="en-US" altLang="ko-KR"/>
              <a:t>x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글을 판매하고자하는 글만</a:t>
            </a:r>
            <a:br>
              <a:rPr lang="en-US" altLang="ko-KR"/>
            </a:br>
            <a:r>
              <a:rPr lang="ko-KR" altLang="en-US"/>
              <a:t>상품화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53C2CB-9D6F-5B61-B1E5-827F41058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7" y="1905526"/>
            <a:ext cx="7880726" cy="478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24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C0C06-89B2-5B4D-9767-A42704F9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AA055C-3D22-C7AC-EF95-CD595A836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68652"/>
            <a:ext cx="9026178" cy="31206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4C8541-4A22-04C3-0D33-E2856A28D07E}"/>
              </a:ext>
            </a:extLst>
          </p:cNvPr>
          <p:cNvSpPr txBox="1"/>
          <p:nvPr/>
        </p:nvSpPr>
        <p:spPr>
          <a:xfrm>
            <a:off x="1049895" y="4820557"/>
            <a:ext cx="91209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/>
          </a:p>
          <a:p>
            <a:r>
              <a:rPr lang="en-US" altLang="ko-KR" sz="1100"/>
              <a:t>31</a:t>
            </a:r>
            <a:r>
              <a:rPr lang="ko-KR" altLang="en-US" sz="1100"/>
              <a:t>강</a:t>
            </a:r>
            <a:r>
              <a:rPr lang="en-US" altLang="ko-KR" sz="1100"/>
              <a:t>-</a:t>
            </a:r>
            <a:r>
              <a:rPr lang="ko-KR" altLang="en-US" sz="1100"/>
              <a:t> 복습</a:t>
            </a:r>
            <a:endParaRPr lang="en-US" altLang="ko-KR" sz="1100"/>
          </a:p>
          <a:p>
            <a:r>
              <a:rPr lang="en-US" altLang="ko-KR" sz="1100"/>
              <a:t>32</a:t>
            </a:r>
            <a:r>
              <a:rPr lang="ko-KR" altLang="en-US" sz="1100"/>
              <a:t>강</a:t>
            </a:r>
            <a:r>
              <a:rPr lang="en-US" altLang="ko-KR" sz="1100"/>
              <a:t>-</a:t>
            </a:r>
            <a:r>
              <a:rPr lang="ko-KR" altLang="en-US" sz="1100"/>
              <a:t> 복습</a:t>
            </a:r>
            <a:endParaRPr lang="en-US" altLang="ko-KR" sz="1100"/>
          </a:p>
          <a:p>
            <a:r>
              <a:rPr lang="en-US" altLang="ko-KR" sz="1100"/>
              <a:t>35</a:t>
            </a:r>
            <a:r>
              <a:rPr lang="ko-KR" altLang="en-US" sz="1100"/>
              <a:t>강 </a:t>
            </a:r>
            <a:r>
              <a:rPr lang="en-US" altLang="ko-KR" sz="1100"/>
              <a:t>- </a:t>
            </a:r>
            <a:r>
              <a:rPr lang="ko-KR" altLang="en-US" sz="1100"/>
              <a:t>중요</a:t>
            </a:r>
          </a:p>
        </p:txBody>
      </p:sp>
    </p:spTree>
    <p:extLst>
      <p:ext uri="{BB962C8B-B14F-4D97-AF65-F5344CB8AC3E}">
        <p14:creationId xmlns:p14="http://schemas.microsoft.com/office/powerpoint/2010/main" val="18709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88B9F-46D8-8A7E-15FF-B619E6F7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6E516-4ACB-1BDE-FC41-9084349A574C}"/>
              </a:ext>
            </a:extLst>
          </p:cNvPr>
          <p:cNvSpPr txBox="1"/>
          <p:nvPr/>
        </p:nvSpPr>
        <p:spPr>
          <a:xfrm>
            <a:off x="1097280" y="1974797"/>
            <a:ext cx="636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sourceTypeCode - (post)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video / book /music  </a:t>
            </a:r>
            <a:br>
              <a:rPr lang="en-US" altLang="ko-KR"/>
            </a:br>
            <a:endParaRPr lang="en-US" altLang="ko-KR"/>
          </a:p>
          <a:p>
            <a:r>
              <a:rPr lang="ko-KR" altLang="en-US"/>
              <a:t>등 확장형 속성</a:t>
            </a:r>
          </a:p>
        </p:txBody>
      </p:sp>
    </p:spTree>
    <p:extLst>
      <p:ext uri="{BB962C8B-B14F-4D97-AF65-F5344CB8AC3E}">
        <p14:creationId xmlns:p14="http://schemas.microsoft.com/office/powerpoint/2010/main" val="2583263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2D864-BDF5-04C5-3BD7-C8651C1A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EDD081-D24E-5C1A-86B2-F89611BDE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6568"/>
            <a:ext cx="7595210" cy="480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36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ECBB89-A702-F653-A09B-57BD0E4D5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9" y="0"/>
            <a:ext cx="12153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0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192E6A-DDA9-A409-A2FF-286EF2561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2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618BA0-AD46-4488-0C7B-55B6FD3E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0"/>
            <a:ext cx="10631384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7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25A5D-78B5-7960-CE1E-64EB50535B91}"/>
              </a:ext>
            </a:extLst>
          </p:cNvPr>
          <p:cNvSpPr txBox="1"/>
          <p:nvPr/>
        </p:nvSpPr>
        <p:spPr>
          <a:xfrm>
            <a:off x="583986" y="545566"/>
            <a:ext cx="8990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payoutMember</a:t>
            </a:r>
            <a:r>
              <a:rPr lang="ko-KR" altLang="en-US"/>
              <a:t> 생성 및 이벤트 </a:t>
            </a:r>
            <a:r>
              <a:rPr lang="en-US" altLang="ko-KR">
                <a:sym typeface="Wingdings" panose="05000000000000000000" pitchFamily="2" charset="2"/>
              </a:rPr>
              <a:t> payoutCandidate </a:t>
            </a:r>
            <a:r>
              <a:rPr lang="ko-KR" altLang="en-US">
                <a:sym typeface="Wingdings" panose="05000000000000000000" pitchFamily="2" charset="2"/>
              </a:rPr>
              <a:t>생성 및 이벤트 </a:t>
            </a:r>
            <a:r>
              <a:rPr lang="en-US" altLang="ko-KR">
                <a:sym typeface="Wingdings" panose="05000000000000000000" pitchFamily="2" charset="2"/>
              </a:rPr>
              <a:t> payout</a:t>
            </a:r>
            <a:r>
              <a:rPr lang="ko-KR" altLang="en-US">
                <a:sym typeface="Wingdings" panose="05000000000000000000" pitchFamily="2" charset="2"/>
              </a:rPr>
              <a:t> 생성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/>
              <a:t>payout </a:t>
            </a:r>
            <a:r>
              <a:rPr lang="ko-KR" altLang="en-US"/>
              <a:t>안에 </a:t>
            </a:r>
            <a:r>
              <a:rPr lang="en-US" altLang="ko-KR"/>
              <a:t>PayoutItem </a:t>
            </a:r>
            <a:r>
              <a:rPr lang="ko-KR" altLang="en-US"/>
              <a:t>이 </a:t>
            </a:r>
            <a:r>
              <a:rPr lang="en-US" altLang="ko-KR"/>
              <a:t>addItem</a:t>
            </a:r>
            <a:r>
              <a:rPr lang="ko-KR" altLang="en-US"/>
              <a:t>으로 존재</a:t>
            </a:r>
          </a:p>
        </p:txBody>
      </p:sp>
    </p:spTree>
    <p:extLst>
      <p:ext uri="{BB962C8B-B14F-4D97-AF65-F5344CB8AC3E}">
        <p14:creationId xmlns:p14="http://schemas.microsoft.com/office/powerpoint/2010/main" val="64443201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791</TotalTime>
  <Words>66</Words>
  <Application>Microsoft Office PowerPoint</Application>
  <PresentationFormat>와이드스크린</PresentationFormat>
  <Paragraphs>12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추억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16</cp:revision>
  <dcterms:created xsi:type="dcterms:W3CDTF">2026-09-21T02:21:29Z</dcterms:created>
  <dcterms:modified xsi:type="dcterms:W3CDTF">2026-09-22T07:03:21Z</dcterms:modified>
</cp:coreProperties>
</file>